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[/question] The United States Congress should establish a National AI Injury Compensation
Program (NAIICP), modeled on the National Vaccine Injury Compensation Program (VICP), to
grant limited liability immunity to AI developers in exchange for a mandatory excise tax and
adherence to tiered federal safety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[/cruxes/1] Congress must replace legacy tort paralysis with a National AI Injury Compensation Program funded by a 1.5 percent excise tax on frontier compute providers.
[/cruxes/2] Hardware-level actuarial telemetry replaces dead-letter court filings with live error-rate tracking that catches algorithmic failures the millisecond they occur.
[/cruxes/3] When the Federal Aviation Administration delegated certification authority to manufacturers, the Boeing 737 MAX disaster killed 346 people because regulatory oversight was hollowed out by industry self-regulation.
[/cruxes/4] Developers trade absolute liability immunity for mandatory hardware-level logging and excise contributions that fund immediate, no-fault victim relief.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[/cruxes/0] Lawmakers must reject liability shields that trade away the right to sue for administrative payouts funded by industry excise taxes.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[/cruxes/0] How do administrative payouts protect civil rights compared to traditional tort litigation?
[/question/tensions/1] Will federal safety standards be too rigid to accommodate the rapid pace of AI innovation?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United States Congress should establish a National AI...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Congress should establish a National AI...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by gemini-3.5-flash-lite · policymaker brief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Congress should establish a National AI Injury Compensation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(NAIICP), modeled on the National Vaccine Injury Compensation Program (VICP), 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limited liability immunity to AI developers in exchange for a mandatory excise tax and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to tiered federal safety standards.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horizon: near-to-medium term legislative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liability shielding vs tort victim access to justice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safety standard rigidity vs rapid pace of AI innovation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tax-funded socialized risk vs private market accountability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efficiency of compensation funds vs traditional court litigation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Cruxes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should replace legacy tort paralysis with a National AI Injury Compensation Program funded by a 1.5 percent excise tax on frontier compute providers.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Opponents must accept that administrative funding models and excise taxes successfully replace legacy tort systems without externalizing systemic risks.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Proponents must acknowledge that administrative compensation programs fail to substitute for the deterrent and investigative functions of tort law.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actuarial telemetry replaces dead-letter court filings with live error-rate tracking that catches algorithmic failures the millisecond they occur.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The safetyist and skeptic must concede that automated telemetry successfully captures both computational faults and systemic non-computational harms.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The accelerationist must concede that hardware-level telemetry is blind to systemic proxy discrimination and requires complementary enforcement mechanisms.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Federal Aviation Administration delegated certification authority to manufacturers, the Boeing 737 MAX disaster killed 346 people because regulatory oversight was hollowed out by industry self-regulation.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Proponents of industry self-regulation must accept that delegation without rigorous oversight directly leads to catastrophic safety failures.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Skeptics of delegation must concede that industry self-regulation can operate safely without causing catastrophic regulatory failures.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trade absolute liability immunity for mandatory hardware-level logging and excise contributions that fund immediate, no-fault victim relief.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Opponents must acknowledge that structured log exchanges and excise contributions provide a workable equivalent to judicial remedies.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Proponents must concede that liability immunity leaves significant categories of non-computational harm entirely uncompensated.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Crux(es)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Lawmakers must reject liability shields that trade away the right to sue for administrative payouts funded by industry excise taxes.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The accelerationist and skeptic must concede that administrative alternatives are fundamentally inadequate for protecting civil rights.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The safetyist must concede that alternative compensation mechanisms can operate effectively alongside or in place of traditional litigation.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values choices — not resolvable by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to Ask Yourself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administrative payouts protect civil rights compared to traditional tort litigation?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federal safety standards be too rigid to accommodate the rapid pace of AI innovation?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phase: closed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critique: fair (composite 11)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Extract → Narrate (gemini-3.5-flash-lite) → Render → Verify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threads: When the Federal Aviation Administration delegated certification authority to manufacturers, the Boeing 737 MAX disaster killed 346 people because regulatory oversight was hollowed out by industry self-regulation.; Developers trade absolute liability immunity for mandatory hardware-level logging and excise contributions that fund immediate, no-fault victim relief.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debate is linked; sign-in may be required if it is not a community debate.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2026-08-20T14:13:54Z</dcterms:created>
  <dcterms:modified xsi:type="dcterms:W3CDTF">2026-08-20T14:13:54Z</dcterms:modified>
</cp:coreProperties>
</file>